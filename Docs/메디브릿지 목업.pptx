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6be1ccb1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6be1ccb1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e6be1ccb1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e6be1ccb1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6be1ccb12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e6be1ccb1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6be1ccb12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6be1ccb12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6be1ccb12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6be1ccb12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6be1ccb12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6be1ccb12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6be1ccb12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6be1ccb12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6be1ccb12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6be1ccb12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6be1ccb12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e6be1ccb12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6be1ccb12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e6be1ccb12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6be1ccb12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e6be1ccb12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메디브릿지 프로젝트 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9863" y="152400"/>
            <a:ext cx="6904275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8413" y="152400"/>
            <a:ext cx="7327174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8325" y="152400"/>
            <a:ext cx="5967346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1625" y="152400"/>
            <a:ext cx="6340749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602624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1875" y="435100"/>
            <a:ext cx="4084176" cy="4555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3125" y="152400"/>
            <a:ext cx="5117747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363" y="152400"/>
            <a:ext cx="824528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550" y="483225"/>
            <a:ext cx="4130126" cy="4177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3850" y="483225"/>
            <a:ext cx="4718276" cy="417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190824" cy="483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0825" y="152400"/>
            <a:ext cx="4608476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0338" y="152400"/>
            <a:ext cx="5243329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